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834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006840" cy="138777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828800" cy="13716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06840" y="0"/>
            <a:ext cx="137160" cy="18288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280160" y="3657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VIDYAVARDHAKA COLLEGE OF ENGINEERING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6858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Autonomous Institute | Accredited by NAAC with 'A' Grade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280160" y="896112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Gokulam 3rd Stage, Mysuru - 570002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348740" y="1145111"/>
            <a:ext cx="7499838" cy="45719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1828800" y="1627809"/>
            <a:ext cx="54864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1542171" y="3463814"/>
            <a:ext cx="6196818" cy="275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INTELLIGENCE THAT ACTS. INNOVATION THAT LASTS.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37160" y="4233672"/>
            <a:ext cx="9006840" cy="18288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828800" y="3931920"/>
            <a:ext cx="2560320" cy="640080"/>
          </a:xfrm>
          <a:prstGeom prst="rect">
            <a:avLst/>
          </a:prstGeom>
          <a:solidFill>
            <a:srgbClr val="2C2C2C"/>
          </a:solidFill>
          <a:ln w="254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1920240" y="4041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931920"/>
            <a:ext cx="2560320" cy="640080"/>
          </a:xfrm>
          <a:prstGeom prst="rect">
            <a:avLst/>
          </a:prstGeom>
          <a:solidFill>
            <a:srgbClr val="2C2C2C"/>
          </a:solidFill>
          <a:ln w="254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846320" y="403883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DOMAIN</a:t>
            </a:r>
            <a:r>
              <a:rPr lang="en-US" sz="13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887F8F-8B86-1574-D121-5ABB0D5EB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18" y="476719"/>
            <a:ext cx="646762" cy="646762"/>
          </a:xfrm>
          <a:prstGeom prst="rect">
            <a:avLst/>
          </a:prstGeom>
        </p:spPr>
      </p:pic>
      <p:sp>
        <p:nvSpPr>
          <p:cNvPr id="21" name="Shape 1">
            <a:extLst>
              <a:ext uri="{FF2B5EF4-FFF2-40B4-BE49-F238E27FC236}">
                <a16:creationId xmlns:a16="http://schemas.microsoft.com/office/drawing/2014/main" id="{43ADA51D-923E-607B-16AB-B426E91EB41C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B9FFB7A3-8E15-D87A-7118-5712B81AAD17}"/>
              </a:ext>
            </a:extLst>
          </p:cNvPr>
          <p:cNvSpPr/>
          <p:nvPr/>
        </p:nvSpPr>
        <p:spPr>
          <a:xfrm>
            <a:off x="137160" y="5052060"/>
            <a:ext cx="900684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25B7048-E4F0-AD72-C615-B7C561679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365760"/>
            <a:ext cx="771965" cy="6070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267AF2-1D72-614B-A551-8C8D4A5AF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39" y="1511397"/>
            <a:ext cx="379476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" y="0"/>
            <a:ext cx="9006840" cy="822960"/>
          </a:xfrm>
          <a:prstGeom prst="rect">
            <a:avLst/>
          </a:prstGeom>
          <a:solidFill>
            <a:srgbClr val="1A1A1A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60120" y="2057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PROBLEM IDENTIFICATION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869680" y="137160"/>
            <a:ext cx="137160" cy="54864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85216" y="1413803"/>
            <a:ext cx="7406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Innovation Focus: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Develop an innovative solution tailored to your selected domain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Problem Definition: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Articulate your challenge with precision and clarity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Market Analysis: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Research current solutions, technologies, and methodologies. Analyze their strengths and identify gaps your solution can address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" y="5052060"/>
            <a:ext cx="900684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0D13CE-17B6-06BA-F718-6A1EFC405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35" y="94605"/>
            <a:ext cx="646762" cy="646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79892F-B28F-3482-1346-7160BB970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60" y="95309"/>
            <a:ext cx="912819" cy="6323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" y="0"/>
            <a:ext cx="900684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07278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869680" y="137160"/>
            <a:ext cx="137160" cy="54864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8640" y="1373358"/>
            <a:ext cx="7406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Solution Overview: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Present a comprehensive summary of your innovative approach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Problem Resolution: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Demonstrate how your concept addresses the identified challenges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Key Features: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Detail the core capabilities and distinctive elements of your solution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Innovation Edge: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Highlight what sets your approach apart from existing alternatives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" y="5052060"/>
            <a:ext cx="900684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D5C0BD-0F82-136F-11DF-75D513089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59" y="69811"/>
            <a:ext cx="646762" cy="6467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9AA10E-C98E-E77D-B478-7EDEDE936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60" y="95309"/>
            <a:ext cx="912819" cy="6323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" y="0"/>
            <a:ext cx="900684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53438" y="179539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869680" y="137160"/>
            <a:ext cx="137160" cy="54864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3291840" cy="206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Design Guidelines:</a:t>
            </a:r>
            <a:endParaRPr lang="en-US" sz="16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Create a visually compelling layout with technology icons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Document all frameworks, libraries, and development tools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Ensure clean presentation and easy comprehension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Technologies :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7160" y="5052060"/>
            <a:ext cx="900684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78A069-81B1-A294-9261-681EEA2E4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18" y="84758"/>
            <a:ext cx="646762" cy="646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556847-5DC4-C8FB-E602-9A3126914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60" y="95309"/>
            <a:ext cx="912819" cy="632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" y="0"/>
            <a:ext cx="900684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9888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FEASIBILITY &amp; IMPACT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869680" y="137160"/>
            <a:ext cx="137160" cy="54864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36507" y="1280160"/>
            <a:ext cx="7406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Implementation Viability: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Explain how your solution is achievable within available resources and timeline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Technical Foundation: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Identify the tools and technologies that enable practical implementation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Expected Outcomes: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Describe the anticipated impact and value your project will deliver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Conclusion: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Provide a compelling statement that emphasizes your solution's uniqueness and effectiveness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" y="5052060"/>
            <a:ext cx="900684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E96E41-016E-1DA9-B92A-7491E27F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26" y="91440"/>
            <a:ext cx="646762" cy="6467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B91EB0-E71E-E09F-5399-51C78EC0F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60" y="95309"/>
            <a:ext cx="912819" cy="6323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" y="1"/>
            <a:ext cx="9144000" cy="829993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             SUBMISSION GUIDELINES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17452" y="1001971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Maximum 6 slides required (including title slide)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Use visuals: diagrams, infographics, and images instead of lengthy 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Maintain clarity and conciseness in all explanations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Ensure originality and innovation in your concept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Follow template structure without modifying required sections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Submit in PDF format only - other formats will not be accepted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2874" y="4640580"/>
            <a:ext cx="7216726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00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INFOTHON 6.O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B9409-1BA7-3F4E-6E0E-07ECDFA4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6" y="80450"/>
            <a:ext cx="646762" cy="646762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B5CD27BE-706E-E4FD-C477-1D9A723A630E}"/>
              </a:ext>
            </a:extLst>
          </p:cNvPr>
          <p:cNvSpPr/>
          <p:nvPr/>
        </p:nvSpPr>
        <p:spPr>
          <a:xfrm>
            <a:off x="8869680" y="137160"/>
            <a:ext cx="137160" cy="54864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843750E-77BE-9046-E228-37AE77075038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2B15BEF5-5539-372D-BF16-636AA5A2CC43}"/>
              </a:ext>
            </a:extLst>
          </p:cNvPr>
          <p:cNvSpPr/>
          <p:nvPr/>
        </p:nvSpPr>
        <p:spPr>
          <a:xfrm>
            <a:off x="137160" y="5052060"/>
            <a:ext cx="900684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B83F2C-0A44-FB42-46E5-8D36FC2A2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60" y="95309"/>
            <a:ext cx="912819" cy="6323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291</Words>
  <Application>Microsoft Office PowerPoint</Application>
  <PresentationFormat>On-screen Show (16:9)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Infothon 6.0</dc:title>
  <dc:subject>PptxGenJS Presentation</dc:subject>
  <dc:creator>VVCE</dc:creator>
  <cp:lastModifiedBy>Nithesh J</cp:lastModifiedBy>
  <cp:revision>6</cp:revision>
  <dcterms:created xsi:type="dcterms:W3CDTF">2026-03-08T16:40:30Z</dcterms:created>
  <dcterms:modified xsi:type="dcterms:W3CDTF">2026-03-10T09:42:34Z</dcterms:modified>
</cp:coreProperties>
</file>